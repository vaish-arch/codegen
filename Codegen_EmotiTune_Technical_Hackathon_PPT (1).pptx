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731520"/>
            <a:ext cx="1005840" cy="1005840"/>
          </a:xfrm>
          <a:prstGeom prst="ellipse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508760"/>
            <a:ext cx="594360" cy="594360"/>
          </a:xfrm>
          <a:prstGeom prst="ellipse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2331720"/>
            <a:ext cx="384048" cy="384048"/>
          </a:xfrm>
          <a:prstGeom prst="ellipse">
            <a:avLst/>
          </a:prstGeom>
          <a:solidFill>
            <a:srgbClr val="FF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788920"/>
            <a:ext cx="777240" cy="777240"/>
          </a:xfrm>
          <a:prstGeom prst="ellipse">
            <a:avLst/>
          </a:prstGeom>
          <a:solidFill>
            <a:srgbClr val="5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65176"/>
            <a:ext cx="64008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100" b="1" dirty="0">
                <a:solidFill>
                  <a:srgbClr val="41E0DC"/>
                </a:solidFill>
                <a:latin typeface="Aptos"/>
              </a:rPr>
              <a:t>HACKATHON •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889" y="466344"/>
            <a:ext cx="8046720" cy="8229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4400" b="1" dirty="0">
                <a:solidFill>
                  <a:srgbClr val="F5F7FF"/>
                </a:solidFill>
                <a:latin typeface="Aptos"/>
              </a:rPr>
              <a:t>EMOTITUNE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61" y="1133856"/>
            <a:ext cx="804672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400" b="1" dirty="0">
                <a:solidFill>
                  <a:srgbClr val="FF73BE"/>
                </a:solidFill>
                <a:latin typeface="Aptos"/>
              </a:rPr>
              <a:t>Emotion-Based Music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869" y="1537785"/>
            <a:ext cx="7498079" cy="47548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800" b="0">
                <a:solidFill>
                  <a:srgbClr val="ADB9D3"/>
                </a:solidFill>
                <a:latin typeface="Aptos"/>
              </a:rPr>
              <a:t>Your mood. Your music. Your vibe.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889" y="1941226"/>
            <a:ext cx="740664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 dirty="0">
                <a:solidFill>
                  <a:srgbClr val="F5F7FF"/>
                </a:solidFill>
                <a:latin typeface="Aptos"/>
              </a:rPr>
              <a:t>A mood-aware music discovery prototype that lets users choose how they share their mood, personalize song searches, and open their preferred streaming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838" y="2596896"/>
            <a:ext cx="106070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100" b="1" dirty="0">
                <a:solidFill>
                  <a:srgbClr val="41E0DC"/>
                </a:solidFill>
                <a:latin typeface="Aptos"/>
              </a:rPr>
              <a:t>TEAM INTRODUCTION  /  04 MEMBERS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462272"/>
            <a:ext cx="2578608" cy="1298448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4572000"/>
            <a:ext cx="50292" cy="1078992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608576"/>
            <a:ext cx="223113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9D5FFF"/>
                </a:solidFill>
                <a:latin typeface="Aptos"/>
              </a:rPr>
              <a:t>TEAM LEADER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462272"/>
            <a:ext cx="2578608" cy="1298448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4572000"/>
            <a:ext cx="50292" cy="1078992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49039" y="4608576"/>
            <a:ext cx="223113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41E0DC"/>
                </a:solidFill>
                <a:latin typeface="Aptos"/>
              </a:rPr>
              <a:t>MEMBER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992624"/>
            <a:ext cx="221284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VAISHNAVI GARG
ERP ID: 1000031248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4572000"/>
            <a:ext cx="50292" cy="1078992"/>
          </a:xfrm>
          <a:prstGeom prst="rect">
            <a:avLst/>
          </a:prstGeom>
          <a:solidFill>
            <a:srgbClr val="FF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4608576"/>
            <a:ext cx="223113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FF73BE"/>
                </a:solidFill>
                <a:latin typeface="Aptos"/>
              </a:rPr>
              <a:t>MEMBER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992624"/>
            <a:ext cx="2212848" cy="65836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SHRUTI SUTERI
ERP ID: 1000031138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0">
                <a:solidFill>
                  <a:srgbClr val="ADB9D3"/>
                </a:solidFill>
                <a:latin typeface="Aptos"/>
              </a:rPr>
              <a:t>01/06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E4604D0-7058-2EC9-08D5-5F70DED0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27" y="3054096"/>
            <a:ext cx="8405588" cy="3170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000" b="1">
                <a:solidFill>
                  <a:srgbClr val="41E0DC"/>
                </a:solidFill>
                <a:latin typeface="Aptos"/>
              </a:rPr>
              <a:t>01 / SOLUTION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Approach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ADB9D3"/>
                </a:solidFill>
                <a:latin typeface="Aptos"/>
              </a:rPr>
              <a:t>A guided workflow reduces the effort of finding music that fits the listener’s current mood.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44752"/>
            <a:ext cx="1051560" cy="41148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0">
                <a:solidFill>
                  <a:srgbClr val="ADB9D3"/>
                </a:solidFill>
                <a:latin typeface="Aptos"/>
              </a:rPr>
              <a:t>02/06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493008" cy="160020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0292" cy="1380744"/>
          </a:xfrm>
          <a:prstGeom prst="rect">
            <a:avLst/>
          </a:prstGeom>
          <a:solidFill>
            <a:srgbClr val="FF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314553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FF73BE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67712"/>
            <a:ext cx="3127248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F5F7FF"/>
                </a:solidFill>
                <a:latin typeface="Aptos"/>
              </a:rPr>
              <a:t>Users often spend time searching across platforms for music that fits how they feel.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737360"/>
            <a:ext cx="3493008" cy="160020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2544" y="1847088"/>
            <a:ext cx="50292" cy="1380744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883664"/>
            <a:ext cx="314553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41E0DC"/>
                </a:solidFill>
                <a:latin typeface="Aptos"/>
              </a:rP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267712"/>
            <a:ext cx="3127248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F5F7FF"/>
                </a:solidFill>
                <a:latin typeface="Aptos"/>
              </a:rPr>
              <a:t>Offer two mood-input paths: camera-based facial-expression estimation or manual mood selection.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93008" cy="160020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847088"/>
            <a:ext cx="50292" cy="1380744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883664"/>
            <a:ext cx="3145536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9D5FFF"/>
                </a:solidFill>
                <a:latin typeface="Aptos"/>
              </a:rPr>
              <a:t>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67712"/>
            <a:ext cx="3127248" cy="9601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0">
                <a:solidFill>
                  <a:srgbClr val="F5F7FF"/>
                </a:solidFill>
                <a:latin typeface="Aptos"/>
              </a:rPr>
              <a:t>Combine mood, preferred language, music style and streaming platform into a search query.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1">
                <a:solidFill>
                  <a:srgbClr val="41E0DC"/>
                </a:solidFill>
                <a:latin typeface="Aptos"/>
              </a:rPr>
              <a:t>USER-CENTRED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096512"/>
            <a:ext cx="10698480" cy="1417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F"/>
                </a:solidFill>
                <a:latin typeface="Aptos"/>
              </a:defRPr>
            </a:pPr>
            <a:r>
              <a:t>•  Camera use is optional; users can select their mood themselves.</a:t>
            </a:r>
          </a:p>
          <a:p>
            <a:pPr>
              <a:spcAft>
                <a:spcPts val="1000"/>
              </a:spcAft>
              <a:defRPr sz="1500">
                <a:solidFill>
                  <a:srgbClr val="F5F7FF"/>
                </a:solidFill>
                <a:latin typeface="Aptos"/>
              </a:defRPr>
            </a:pPr>
            <a:r>
              <a:t>•  Users can adjust the suggested mood and choose a preferred genre.</a:t>
            </a:r>
          </a:p>
          <a:p>
            <a:pPr>
              <a:spcAft>
                <a:spcPts val="1000"/>
              </a:spcAft>
              <a:defRPr sz="1500">
                <a:solidFill>
                  <a:srgbClr val="F5F7FF"/>
                </a:solidFill>
                <a:latin typeface="Aptos"/>
              </a:defRPr>
            </a:pPr>
            <a:r>
              <a:t>•  The result opens a search on YouTube, YouTube Music or Spotify.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715000"/>
            <a:ext cx="1965960" cy="457200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9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MOOD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5943600"/>
            <a:ext cx="548640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0" y="5715000"/>
            <a:ext cx="1965960" cy="457200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LANGUAGE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23560" y="5943600"/>
            <a:ext cx="548640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55080" y="5715000"/>
            <a:ext cx="1965960" cy="457200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FF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GENRE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5943600"/>
            <a:ext cx="548640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52560" y="5715000"/>
            <a:ext cx="1965960" cy="457200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000" b="1">
                <a:solidFill>
                  <a:srgbClr val="41E0DC"/>
                </a:solidFill>
                <a:latin typeface="Aptos"/>
              </a:rPr>
              <a:t>02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ADB9D3"/>
                </a:solidFill>
                <a:latin typeface="Aptos"/>
              </a:rPr>
              <a:t>The supplied prototype uses browser-based front-end code and a facial-expression library.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44752"/>
            <a:ext cx="1051560" cy="41148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0">
                <a:solidFill>
                  <a:srgbClr val="ADB9D3"/>
                </a:solidFill>
                <a:latin typeface="Aptos"/>
              </a:rPr>
              <a:t>03/06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520440" cy="141732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0292" cy="1197864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41E0DC"/>
                </a:solidFill>
                <a:latin typeface="Aptos"/>
              </a:rPr>
              <a:t>HTML5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67712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0">
                <a:solidFill>
                  <a:srgbClr val="F5F7FF"/>
                </a:solidFill>
                <a:latin typeface="Aptos"/>
              </a:rPr>
              <a:t>Defines the multi-step interface, buttons, mood choices, language selector and result panel.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141732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47088"/>
            <a:ext cx="50292" cy="1197864"/>
          </a:xfrm>
          <a:prstGeom prst="rect">
            <a:avLst/>
          </a:prstGeom>
          <a:solidFill>
            <a:srgbClr val="FF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883664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FF73BE"/>
                </a:solidFill>
                <a:latin typeface="Aptos"/>
              </a:rP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67712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0">
                <a:solidFill>
                  <a:srgbClr val="F5F7FF"/>
                </a:solidFill>
                <a:latin typeface="Aptos"/>
              </a:rPr>
              <a:t>Creates the dark gradient theme, responsive cards, button states, transitions and progress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737360"/>
            <a:ext cx="3520440" cy="141732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1847088"/>
            <a:ext cx="50292" cy="1197864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1883664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9D5FFF"/>
                </a:solidFill>
                <a:latin typeface="Aptos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2267712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0">
                <a:solidFill>
                  <a:srgbClr val="F5F7FF"/>
                </a:solidFill>
                <a:latin typeface="Aptos"/>
              </a:rPr>
              <a:t>Controls navigation, state, input validation, camera flow and search-link generation.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" y="3429000"/>
            <a:ext cx="3520440" cy="141732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538728"/>
            <a:ext cx="50292" cy="1197864"/>
          </a:xfrm>
          <a:prstGeom prst="rect">
            <a:avLst/>
          </a:prstGeom>
          <a:solidFill>
            <a:srgbClr val="55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575304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55DCA0"/>
                </a:solidFill>
                <a:latin typeface="Aptos"/>
              </a:rPr>
              <a:t>face-api.js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959352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Uses Tiny Face Detector and Face Expression Net to estimate facial expressions in camera mode.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29000"/>
            <a:ext cx="3520440" cy="141732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538728"/>
            <a:ext cx="50292" cy="1197864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575304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41E0DC"/>
                </a:solidFill>
                <a:latin typeface="Aptos"/>
              </a:rPr>
              <a:t>MEDIADEVICES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959352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getUserMedia() requests camera access from the browser; the user must grant permission.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3429000"/>
            <a:ext cx="3520440" cy="141732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28431" y="3538728"/>
            <a:ext cx="50292" cy="1197864"/>
          </a:xfrm>
          <a:prstGeom prst="rect">
            <a:avLst/>
          </a:prstGeom>
          <a:solidFill>
            <a:srgbClr val="FF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1311" y="3575304"/>
            <a:ext cx="31729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FF73BE"/>
                </a:solidFill>
                <a:latin typeface="Aptos"/>
              </a:rPr>
              <a:t>MUSIC PLATFORMS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3959352"/>
            <a:ext cx="315468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Builds search URLs for YouTube, YouTube Music and Spotify; the selected service opens in a new tab.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000" b="1">
                <a:solidFill>
                  <a:srgbClr val="41E0DC"/>
                </a:solidFill>
                <a:latin typeface="Aptos"/>
              </a:rPr>
              <a:t>03 /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System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ADB9D3"/>
                </a:solidFill>
                <a:latin typeface="Aptos"/>
              </a:rPr>
              <a:t>Decision flow from user input to the selected music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44752"/>
            <a:ext cx="1051560" cy="41148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0">
                <a:solidFill>
                  <a:srgbClr val="ADB9D3"/>
                </a:solidFill>
                <a:latin typeface="Aptos"/>
              </a:rPr>
              <a:t>04/06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508760" cy="65836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11680"/>
            <a:ext cx="1874519" cy="65836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9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Choose mood
input method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340864"/>
            <a:ext cx="502920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1298448"/>
            <a:ext cx="2057400" cy="731520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Camera: estimate
expression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743200"/>
            <a:ext cx="2057400" cy="731520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FF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Manual: select
mood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389120" y="1664208"/>
            <a:ext cx="594360" cy="54864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89120" y="2423160"/>
            <a:ext cx="594360" cy="68580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2011680"/>
            <a:ext cx="1600200" cy="65836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9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Choose
language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1664208"/>
            <a:ext cx="594360" cy="484632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040880" y="2514600"/>
            <a:ext cx="594360" cy="59436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29800" y="2011680"/>
            <a:ext cx="1691640" cy="65836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Choose
music style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2340864"/>
            <a:ext cx="594360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9800" y="3429000"/>
            <a:ext cx="1691640" cy="65836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FF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Choose
platform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80192" y="2670048"/>
            <a:ext cx="0" cy="758952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40880" y="4572000"/>
            <a:ext cx="2148840" cy="71323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9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Build query:
mood + language + genre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052560" y="3767328"/>
            <a:ext cx="777240" cy="941832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977639" y="4572000"/>
            <a:ext cx="2331720" cy="71323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Generate platform
search URL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309360" y="4937760"/>
            <a:ext cx="731520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1560" y="4572000"/>
            <a:ext cx="2331720" cy="71323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Open music search
in new tab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83280" y="4937760"/>
            <a:ext cx="594359" cy="0"/>
          </a:xfrm>
          <a:prstGeom prst="line">
            <a:avLst/>
          </a:prstGeom>
          <a:ln w="22860">
            <a:solidFill>
              <a:srgbClr val="41E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000" b="1">
                <a:solidFill>
                  <a:srgbClr val="41E0DC"/>
                </a:solidFill>
                <a:latin typeface="Aptos"/>
              </a:rPr>
              <a:t>04 /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Prototype: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ADB9D3"/>
                </a:solidFill>
                <a:latin typeface="Aptos"/>
              </a:rPr>
              <a:t>EmotiTune is a step-by-step website with clear choices and a personalized search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44752"/>
            <a:ext cx="1051560" cy="41148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0">
                <a:solidFill>
                  <a:srgbClr val="ADB9D3"/>
                </a:solidFill>
                <a:latin typeface="Aptos"/>
              </a:rPr>
              <a:t>05/06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709160" cy="4297680"/>
          </a:xfrm>
          <a:prstGeom prst="roundRect">
            <a:avLst/>
          </a:prstGeom>
          <a:solidFill>
            <a:srgbClr val="12172E"/>
          </a:solidFill>
          <a:ln w="15240">
            <a:solidFill>
              <a:srgbClr val="49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16052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200" b="1">
                <a:solidFill>
                  <a:srgbClr val="FF73BE"/>
                </a:solidFill>
                <a:latin typeface="Aptos"/>
              </a:rPr>
              <a:t>🎧  EmotiTune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1605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900" b="1">
                <a:solidFill>
                  <a:srgbClr val="ADB9D3"/>
                </a:solidFill>
                <a:latin typeface="Aptos"/>
              </a:rPr>
              <a:t>YOUR MOOD. YOUR MUSIC. YOUR VIBE.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100" b="1">
                <a:solidFill>
                  <a:srgbClr val="F5F7FF"/>
                </a:solidFill>
                <a:latin typeface="Aptos"/>
              </a:rPr>
              <a:t>How would you like to share your mood?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063240"/>
            <a:ext cx="1755648" cy="56692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9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📸  Use Camera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3063240"/>
            <a:ext cx="1965960" cy="566928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💭  Answer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22191"/>
            <a:ext cx="41148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1">
                <a:solidFill>
                  <a:srgbClr val="41E0DC"/>
                </a:solidFill>
                <a:latin typeface="Aptos"/>
              </a:rPr>
              <a:t>Choose a mood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4187952"/>
            <a:ext cx="1755648" cy="43891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9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😊 Happy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4187952"/>
            <a:ext cx="1755648" cy="43891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FF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😔 Sad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82312"/>
            <a:ext cx="1755648" cy="43891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55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😌 Relaxed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4782312"/>
            <a:ext cx="1755648" cy="438912"/>
          </a:xfrm>
          <a:prstGeom prst="roundRect">
            <a:avLst/>
          </a:prstGeom>
          <a:solidFill>
            <a:srgbClr val="202748"/>
          </a:solidFill>
          <a:ln w="19050">
            <a:solidFill>
              <a:srgbClr val="41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/>
            <a:r>
              <a:rPr sz="1000" b="1">
                <a:solidFill>
                  <a:srgbClr val="F5F7FF"/>
                </a:solidFill>
                <a:latin typeface="Aptos"/>
              </a:rPr>
              <a:t>⚡ Energetic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13248"/>
            <a:ext cx="41148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900" b="0">
                <a:solidFill>
                  <a:srgbClr val="ADB9D3"/>
                </a:solidFill>
                <a:latin typeface="Aptos"/>
              </a:rPr>
              <a:t>Next: language → genre → platform →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810512"/>
            <a:ext cx="53035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1">
                <a:solidFill>
                  <a:srgbClr val="41E0DC"/>
                </a:solidFill>
                <a:latin typeface="Aptos"/>
              </a:rPr>
              <a:t>PROTOTYPE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212848"/>
            <a:ext cx="5486400" cy="2834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7FF"/>
                </a:solidFill>
                <a:latin typeface="Aptos"/>
              </a:defRPr>
            </a:pPr>
            <a:r>
              <a:t>•  7-step interface with progress indicator.</a:t>
            </a:r>
          </a:p>
          <a:p>
            <a:pPr>
              <a:spcAft>
                <a:spcPts val="800"/>
              </a:spcAft>
              <a:defRPr sz="1400">
                <a:solidFill>
                  <a:srgbClr val="F5F7FF"/>
                </a:solidFill>
                <a:latin typeface="Aptos"/>
              </a:defRPr>
            </a:pPr>
            <a:r>
              <a:t>•  Optional camera analysis or manual mood input.</a:t>
            </a:r>
          </a:p>
          <a:p>
            <a:pPr>
              <a:spcAft>
                <a:spcPts val="800"/>
              </a:spcAft>
              <a:defRPr sz="1400">
                <a:solidFill>
                  <a:srgbClr val="F5F7FF"/>
                </a:solidFill>
                <a:latin typeface="Aptos"/>
              </a:defRPr>
            </a:pPr>
            <a:r>
              <a:t>•  8 mood choices and 11 language options.</a:t>
            </a:r>
          </a:p>
          <a:p>
            <a:pPr>
              <a:spcAft>
                <a:spcPts val="800"/>
              </a:spcAft>
              <a:defRPr sz="1400">
                <a:solidFill>
                  <a:srgbClr val="F5F7FF"/>
                </a:solidFill>
                <a:latin typeface="Aptos"/>
              </a:defRPr>
            </a:pPr>
            <a:r>
              <a:t>•  Genres include Pop, Lo-fi, Relaxing, Workout and Classical.</a:t>
            </a:r>
          </a:p>
          <a:p>
            <a:pPr>
              <a:spcAft>
                <a:spcPts val="800"/>
              </a:spcAft>
              <a:defRPr sz="1400">
                <a:solidFill>
                  <a:srgbClr val="F5F7FF"/>
                </a:solidFill>
                <a:latin typeface="Aptos"/>
              </a:defRPr>
            </a:pPr>
            <a:r>
              <a:t>•  Platform selection: YouTube, YouTube Music or Spotify.</a:t>
            </a:r>
          </a:p>
          <a:p>
            <a:pPr>
              <a:spcAft>
                <a:spcPts val="800"/>
              </a:spcAft>
              <a:defRPr sz="1400">
                <a:solidFill>
                  <a:srgbClr val="F5F7FF"/>
                </a:solidFill>
                <a:latin typeface="Aptos"/>
              </a:defRPr>
            </a:pPr>
            <a:r>
              <a:t>•  Summary screen and “Open My Music”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5212080"/>
            <a:ext cx="5486400" cy="749808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6440" y="5321808"/>
            <a:ext cx="50292" cy="530352"/>
          </a:xfrm>
          <a:prstGeom prst="rect">
            <a:avLst/>
          </a:prstGeom>
          <a:solidFill>
            <a:srgbClr val="FFC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5358384"/>
            <a:ext cx="513892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FFCF64"/>
                </a:solidFill>
                <a:latin typeface="Aptos"/>
              </a:rPr>
              <a:t>DEMO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742432"/>
            <a:ext cx="5120640" cy="1097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100" b="0">
                <a:solidFill>
                  <a:srgbClr val="F5F7FF"/>
                </a:solidFill>
                <a:latin typeface="Aptos"/>
              </a:rPr>
              <a:t>Start → mood → language → genre → platform → results → open music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000" b="1">
                <a:solidFill>
                  <a:srgbClr val="41E0DC"/>
                </a:solidFill>
                <a:latin typeface="Aptos"/>
              </a:rPr>
              <a:t>05 / SOURCES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References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ADB9D3"/>
                </a:solidFill>
                <a:latin typeface="Aptos"/>
              </a:rPr>
              <a:t>Technical references for the libraries and browser features used in the prototype.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44752"/>
            <a:ext cx="1051560" cy="41148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900" b="0">
                <a:solidFill>
                  <a:srgbClr val="ADB9D3"/>
                </a:solidFill>
                <a:latin typeface="Aptos"/>
              </a:rPr>
              <a:t>06/06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5349240" cy="333756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200" b="1" dirty="0"/>
              <a:t>OpenAI ChatGPT</a:t>
            </a:r>
            <a:r>
              <a:rPr lang="en-IN" sz="1200" dirty="0"/>
              <a:t> — AI assistant for code architecture and logic debugging.</a:t>
            </a:r>
          </a:p>
          <a:p>
            <a:pPr lvl="0"/>
            <a:endParaRPr lang="en-IN" sz="1200" dirty="0"/>
          </a:p>
          <a:p>
            <a:pPr lvl="0"/>
            <a:r>
              <a:rPr lang="en-IN" sz="1200" b="1" dirty="0"/>
              <a:t>Google Gemini</a:t>
            </a:r>
            <a:r>
              <a:rPr lang="en-IN" sz="1200" dirty="0"/>
              <a:t> — AI research, ideation, and architectural planning.</a:t>
            </a:r>
          </a:p>
          <a:p>
            <a:pPr lvl="0"/>
            <a:endParaRPr lang="en-IN" sz="1200" dirty="0"/>
          </a:p>
          <a:p>
            <a:pPr lvl="0"/>
            <a:r>
              <a:rPr lang="en-IN" sz="1200" b="1" dirty="0"/>
              <a:t>Google Chrome</a:t>
            </a:r>
            <a:r>
              <a:rPr lang="en-IN" sz="1200" dirty="0"/>
              <a:t> — Primary browser environment and developer tools for testing and debugging.</a:t>
            </a:r>
          </a:p>
          <a:p>
            <a:pPr lvl="0"/>
            <a:endParaRPr lang="en-IN" sz="1200" dirty="0"/>
          </a:p>
          <a:p>
            <a:pPr lvl="0"/>
            <a:r>
              <a:rPr lang="en-IN" sz="1200" b="1" dirty="0"/>
              <a:t>face-api.js</a:t>
            </a:r>
            <a:r>
              <a:rPr lang="en-IN" sz="1200" dirty="0"/>
              <a:t> — Facial expression and face detection library.</a:t>
            </a:r>
          </a:p>
          <a:p>
            <a:pPr lvl="0"/>
            <a:endParaRPr lang="en-IN" sz="1200" dirty="0"/>
          </a:p>
          <a:p>
            <a:pPr lvl="0"/>
            <a:r>
              <a:rPr lang="en-IN" sz="1200" b="1" dirty="0"/>
              <a:t>Music Streaming Platforms</a:t>
            </a:r>
            <a:r>
              <a:rPr lang="en-IN" sz="1200" dirty="0"/>
              <a:t> — YouTube , YouTube Music , and Spotify.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0292" cy="3118104"/>
          </a:xfrm>
          <a:prstGeom prst="rect">
            <a:avLst/>
          </a:prstGeom>
          <a:solidFill>
            <a:srgbClr val="41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7250" y="1847088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 dirty="0">
                <a:solidFill>
                  <a:srgbClr val="41E0DC"/>
                </a:solidFill>
                <a:latin typeface="Aptos"/>
              </a:rPr>
              <a:t>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37360"/>
            <a:ext cx="5349240" cy="3337560"/>
          </a:xfrm>
          <a:prstGeom prst="roundRect">
            <a:avLst/>
          </a:prstGeom>
          <a:solidFill>
            <a:srgbClr val="191F3A"/>
          </a:solidFill>
          <a:ln>
            <a:solidFill>
              <a:srgbClr val="36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847088"/>
            <a:ext cx="50292" cy="3118104"/>
          </a:xfrm>
          <a:prstGeom prst="rect">
            <a:avLst/>
          </a:prstGeom>
          <a:solidFill>
            <a:srgbClr val="FF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883664"/>
            <a:ext cx="5001768" cy="31089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FF73BE"/>
                </a:solidFill>
                <a:latin typeface="Aptos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67712"/>
            <a:ext cx="4983479" cy="231140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0" dirty="0">
                <a:solidFill>
                  <a:srgbClr val="F5F7FF"/>
                </a:solidFill>
                <a:latin typeface="Aptos"/>
              </a:rPr>
              <a:t>• Add a Python backend if required for user profiles or recommendation logic.
• Improve recommendations using feedback and listening preferences.
</a:t>
            </a:r>
            <a:r>
              <a:rPr sz="1300" b="0" dirty="0">
                <a:solidFill>
                  <a:schemeClr val="bg1"/>
                </a:solidFill>
                <a:latin typeface="Aptos"/>
              </a:rPr>
              <a:t>
• Integrate official music APIs where </a:t>
            </a:r>
            <a:r>
              <a:rPr sz="1300" b="0" dirty="0">
                <a:solidFill>
                  <a:srgbClr val="F5F7FF"/>
                </a:solidFill>
                <a:latin typeface="Aptos"/>
              </a:rPr>
              <a:t>permitted by platform terms.</a:t>
            </a:r>
            <a:endParaRPr lang="en-US" sz="1300" b="0" dirty="0">
              <a:solidFill>
                <a:srgbClr val="F5F7FF"/>
              </a:solidFill>
              <a:latin typeface="Aptos"/>
            </a:endParaRPr>
          </a:p>
          <a:p>
            <a:r>
              <a:rPr sz="1300" b="0" dirty="0">
                <a:solidFill>
                  <a:srgbClr val="F5F7FF"/>
                </a:solidFill>
                <a:latin typeface="Aptos"/>
              </a:rPr>
              <a:t>
• Test camera permissions, mobile layout and accessibility.
• Make privacy choices clear and let users edit detected mood.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2300" b="1">
                <a:solidFill>
                  <a:srgbClr val="F5F7FF"/>
                </a:solidFill>
                <a:latin typeface="Aptos"/>
              </a:rPr>
              <a:t>THANK YOU  /  EMOTITUNE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9592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/>
            <a:r>
              <a:rPr sz="1100" b="1">
                <a:solidFill>
                  <a:srgbClr val="41E0DC"/>
                </a:solidFill>
                <a:latin typeface="Aptos"/>
              </a:rPr>
              <a:t>ARPITA RANI  •  VAISHNAVI GARG  •  SHRUTI SUTERI  •  YASH RAJ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693</Words>
  <Application>Microsoft Office PowerPoint</Application>
  <PresentationFormat>Widescreen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 Garg</dc:creator>
  <cp:keywords/>
  <dc:description>generated using python-pptx</dc:description>
  <cp:lastModifiedBy>Vaishnavi Garg</cp:lastModifiedBy>
  <cp:revision>5</cp:revision>
  <dcterms:created xsi:type="dcterms:W3CDTF">2013-01-27T09:14:16Z</dcterms:created>
  <dcterms:modified xsi:type="dcterms:W3CDTF">2026-10-24T11:42:02Z</dcterms:modified>
  <cp:category/>
</cp:coreProperties>
</file>